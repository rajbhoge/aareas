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Privacy-Preserving Synthetic Data Generation</a:t>
            </a:r>
          </a:p>
          <a:p>
            <a:r>
              <a:t>for Smart Grid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🎓 5 ECTS Course Project | 4-Week Implementation Plan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🔬 Research-Based Approach | 100% Software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🚨 The Critical Problem in Smart Grid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🏭 Smart Grid Context: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50+ billion IoT devices expected by 2030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Real-time control of electricity distribution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Consumer privacy and financial data at risk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🔴 Security Challenge: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Ukraine 2015: 230,000 customers lost power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Colonial Pipeline 2021: Critical infrastructure down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Growing nation-state targeting of power grids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📊 Research Barrier: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Real data = Privacy violations + National security risks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Synthetic data = Unrealistic + Poor ML performance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Hardware solutions = $15,000+ IXIA Perfect Storm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💻 Complete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04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Python 3.8+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Core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Data Science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NumPy, Pandas, SciPy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Data processing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Federated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Custom DP Library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Differential privacy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Mathematical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Smart grid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Matplotlib, Seaborn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Result plotting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Web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Flask, HTML/CSS/JS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Dashboard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Markdown, PowerPoint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Academic deliverables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✅ Total Software Cost: $0 | Hardware Required: Standard laptop (8GB RAM)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📅 4-Week Implementation Plan (5 ECTS = 125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Deliverables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Research &amp;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Literature review, Environment setup, Basic simulators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📚 Research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Week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Core Development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Smart grid simulator, Network attack generator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35h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⚙️ Development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Privacy &amp;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Differential privacy, Federated learning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🔒 Security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Integration &amp; Results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Complete pipeline, Evaluation, Documentation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25h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📊 Finalization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980B9"/>
                </a:solidFill>
              </a:defRPr>
            </a:pPr>
            <a:r>
              <a:t>🎯 Key Milestones:</a:t>
            </a:r>
          </a:p>
          <a:p>
            <a:r>
              <a:t>Week 1: ✅ Research complete &amp; Environment ready</a:t>
            </a:r>
          </a:p>
          <a:p>
            <a:r>
              <a:t>Week 2: ✅ Data generators working &amp; Attack simulation functional</a:t>
            </a:r>
          </a:p>
          <a:p>
            <a:r>
              <a:t>Week 3: ✅ Privacy mechanisms applied &amp; Federated learning operational</a:t>
            </a:r>
          </a:p>
          <a:p>
            <a:r>
              <a:t>Week 4: ✅ Complete system integration &amp; Academic deliverables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🏗️ 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📊 Layer 1: Data Generation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🟢 Smart Grid Simulator: Mathematical models for realistic power consumption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🟢 Network Attack Generator: Comprehensive cybersecurity threat simulation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🔒 Layer 2: Privacy Protection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🟡 STPT Differential Privacy: Spatio-temporal private timeseries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🟡 Laplace Noise Mechanism: Mathematical privacy guarantees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🤖 Layer 3: Machine Learning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🔴 Federated Learning: Multi-client privacy-preserving training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🔴 Intrusion Detection: Attack pattern recognition models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📈 Layer 4: Output &amp; Visualization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🔵 JSON Results: Structured data for analysis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🔵 Web Dashboard: Interactive visualization and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📚 Research Papers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Algorithm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Our Implementation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Privacy Level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STPT Privacy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Spatio-temporal 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Time series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ε-Differential Privacy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Fuzzy IDS (2017)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Sugeno fuzzy inference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NGIDS-DS simulation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Data anonymization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FedGridShield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Federated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Multi-client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Local differential privacy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Smart Grid Security (2011)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Threat modeling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Attack scenario design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Data masking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Benchmark Datasets (2011)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Evaluation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Performance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Utility preservation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🔬 Research Foundation: 5 peer-reviewed papers + Mathematical rigor + Academic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🎯 Expected Outcomes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9188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Outcome Category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 Metric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Success Criteria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Academic Value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Data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5M+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Realistic grid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Comprehensive research dataset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Privacy Protection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ε ≤ 1.0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Mathematical guarantee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GDPR compliance ready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ML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&gt;90%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Utility preservation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Effective model training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Cost Efficiency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$0 software cost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100% open source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Academic accessibility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Execution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&lt;5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Real-time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Practical research tool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Complete guides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Reproducible results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Publication quality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⚖️ Privacy-Utility Trade-off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🔒 Privacy Mechanisms: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ε-Differential Privacy with configurable budget (ε ≤ 1.0)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Laplace noise for numerical smart grid data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Exponential mechanism for categorical network data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📊 Utility Preservation: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Smart grid: Maintain temporal consumption patterns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Network data: Preserve attack signatures for ML detection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Evaluation metrics: MAE, RMSE, MRE for quantified utility loss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🎯 Performance Targets: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Privacy: ε = 1.0 (strong mathematical protection)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Utility: &gt;90% ML accuracy on synthetic datasets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Scale: Generate 5M+ samples in &lt;5 minutes execution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⚠️ Risk Analysis &amp; Mitigation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9188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 Category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Potential Issue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Privacy-utility trade-off too restrictive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Configurable ε parameter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Generated data lacks realism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Research-based modeling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Academic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Complexity exceeds 5 ECTS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Modular design approach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Academic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Papers too theoretical for implementation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Focus on practical algorithms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Performance issues with large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Optimized mathematical models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4-week schedule too aggressive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Weekly milestone tracking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💡 Innovation &amp; Research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🚀 Technical Innovation: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First complete software-based PPSDG framework for smart grids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Integration of 5 research domains in unified implementation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$0 alternative to $15,000+ commercial IXIA Perfect Storm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🎓 Academic Contribution: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Open-source research platform for cybersecurity education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Reproducible experimental framework for academic collaboration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Bridge between theoretical privacy research and practical application</a:t>
            </a: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</a:p>
          <a:p>
            <a:pPr>
              <a:defRPr sz="1400">
                <a:solidFill>
                  <a:srgbClr val="2C3E50"/>
                </a:solidFill>
                <a:latin typeface="Arial"/>
              </a:defRPr>
            </a:pPr>
            <a:r>
              <a:t>🌍 Broader Societal Impact: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Democratize access to advanced cybersecurity research tools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Enable privacy-safe data sharing between academia and industry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Accelerate smart grid security solution development</a:t>
            </a:r>
          </a:p>
          <a:p>
            <a:pPr lvl="1">
              <a:defRPr sz="1400">
                <a:solidFill>
                  <a:srgbClr val="2C3E50"/>
                </a:solidFill>
                <a:latin typeface="Arial"/>
              </a:defRPr>
            </a:pPr>
            <a:r>
              <a:t>• Support training of next-generation cybersecurity professionals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2980B9"/>
                </a:solidFill>
              </a:defRPr>
            </a:pPr>
            <a:r>
              <a:t>🚀 Ready for Implementation!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980B9"/>
                </a:solidFill>
                <a:latin typeface="Arial"/>
              </a:defRPr>
            </a:pPr>
            <a:r>
              <a:t>🎯 Project Status: READY TO EXECUTE</a:t>
            </a:r>
          </a:p>
          <a:p>
            <a:pPr>
              <a:defRPr sz="1400">
                <a:solidFill>
                  <a:srgbClr val="2980B9"/>
                </a:solidFill>
                <a:latin typeface="Arial"/>
              </a:defRPr>
            </a:pPr>
          </a:p>
          <a:p>
            <a:pPr>
              <a:defRPr sz="1400">
                <a:solidFill>
                  <a:srgbClr val="2980B9"/>
                </a:solidFill>
                <a:latin typeface="Arial"/>
              </a:defRPr>
            </a:pPr>
            <a:r>
              <a:t>✅ Implementation Plan: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4-week roadmap with clear weekly milestones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Technology stack confirmed (100% free and open source)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Research foundation established (5 peer-reviewed papers)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Architecture designed for academic and practical use</a:t>
            </a:r>
          </a:p>
          <a:p>
            <a:pPr>
              <a:defRPr sz="1400">
                <a:solidFill>
                  <a:srgbClr val="2980B9"/>
                </a:solidFill>
                <a:latin typeface="Arial"/>
              </a:defRPr>
            </a:pPr>
          </a:p>
          <a:p>
            <a:pPr>
              <a:defRPr sz="1400">
                <a:solidFill>
                  <a:srgbClr val="2980B9"/>
                </a:solidFill>
                <a:latin typeface="Arial"/>
              </a:defRPr>
            </a:pPr>
            <a:r>
              <a:t>🏆 Expected Deliverables: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Complete PPSDG framework with 5M+ sample generation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Mathematical privacy guarantees (ε-DP with ε ≤ 1.0)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&gt;90% ML accuracy preservation on synthetic data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Comprehensive documentation and academic evaluation</a:t>
            </a:r>
          </a:p>
          <a:p>
            <a:pPr lvl="1">
              <a:defRPr sz="1400">
                <a:solidFill>
                  <a:srgbClr val="2980B9"/>
                </a:solidFill>
                <a:latin typeface="Arial"/>
              </a:defRPr>
            </a:pPr>
            <a:r>
              <a:t>• Open-source contribution to cybersecurity research community</a:t>
            </a:r>
          </a:p>
          <a:p>
            <a:pPr>
              <a:defRPr sz="1400">
                <a:solidFill>
                  <a:srgbClr val="2980B9"/>
                </a:solidFill>
                <a:latin typeface="Arial"/>
              </a:defRPr>
            </a:pPr>
          </a:p>
          <a:p>
            <a:pPr>
              <a:defRPr sz="1400">
                <a:solidFill>
                  <a:srgbClr val="2980B9"/>
                </a:solidFill>
                <a:latin typeface="Arial"/>
              </a:defRPr>
            </a:pPr>
            <a:r>
              <a:t>🌟 Ready to revolutionize smart grid cybersecurity research!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